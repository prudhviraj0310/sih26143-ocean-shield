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🌊 OCEAN-SHIELD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>
                <a:solidFill>
                  <a:srgbClr val="E0E0E0"/>
                </a:solidFill>
                <a:latin typeface="Arial"/>
              </a:rPr>
              <a:t>Evidence-Aware Satellite Remote Sensing &amp;
AIS Maritime Spill Investigation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Problem Statement ID – SIH26143</a:t>
            </a:r>
            <a:endParaRPr lang="en-US" dirty="0"/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Problem Statement Title – Automated Oil Spill Detection, Hindcasting &amp; Vessel Attribution from Satellite Imagery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Theme – Disaster Management &amp; Maritime Environmental Security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PS Category – Software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Organization – National Technical Research Organisation (NTRO)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Team Name – OCEAN SHIELD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600" b="1">
                <a:solidFill>
                  <a:srgbClr val="1A3C5E"/>
                </a:solidFill>
                <a:latin typeface="Times New Roman"/>
              </a:rPr>
              <a:t>PROPOSED SOLUTION: OCEAN-SHIELD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100" b="1">
                <a:solidFill>
                  <a:srgbClr val="222222"/>
                </a:solidFill>
                <a:latin typeface="Arial"/>
              </a:rPr>
              <a:t>OCEAN-SHIELD: End-to-End Autonomous Maritime Oil Spill Investigation Pipeline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🛰️  Multi-Modal Satellite Detection: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PyTorch U-Net Deep Learning on Sentinel-1 SAR C-Band radar imagery for pixel-level oil slick segmentation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ESPCN 2× AI Super-Resolution to enhance thin slick contours beyond native 10m pixel resolution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Sentinel-2 MSI Optical cross-validation: NDOI (Oil Index) + FAI (Algae Rejection) for lookalike elimination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Adaptive CA-CFAR radar ship target extraction for metallic hull detection on SAR scenes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🌊  Hydrodynamic Drift Hindcasting &amp; Forecasting: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4th-Order Runge-Kutta Lagrangian particle swarm (1,000 particles) driven by real HYCOM 4D ocean currents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Backward drift → pinpoints release origin (x₀, y₀, t₀); Forward drift → coastal impact &amp; ETB alerts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Mackay ADIOS weathering: volatile evaporation, mousse emulsification, viscosity surge, volume expansion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🚢  AIS Vessel Attribution &amp; Dark Vessel Detection: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Ingests NOAA/MarineCadastre AIS CSV + live AISStream feeds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Multi-factor forensic scoring: CPA proximity + temporal coincidence + speed anomaly + vessel class prior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Radar-to-AIS cross-referencing unmasks non-cooperative 'dark vessels' with disabled transponders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Automated forensic PDF dossier generation under MARPOL 73/78 Annex I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OCEAN 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600" b="1">
                <a:solidFill>
                  <a:srgbClr val="1A3C5E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100" b="1">
                <a:solidFill>
                  <a:srgbClr val="222222"/>
                </a:solidFill>
                <a:latin typeface="Arial"/>
              </a:rPr>
              <a:t>Technology Stack: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Deep Learning: PyTorch 2.0+ (U-Net encoder-decoder + DiceBCE loss + ESPCN sub-pixel CNN)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Computer Vision: OpenCV 4.8+ (Lee speckle filter, CFAR, morphological ops, contour analysis)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Physics Engine: NumPy/SciPy (RK4 Lagrangian advection, Mackay ADIOS weathering, Haversine)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Ocean Data: netCDF4 (NOAA HYCOM GOFS 3.1 CF-compliant 4D ocean current grids)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Backend: FastAPI + Uvicorn REST API (async, production-grade)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Frontend: HTML5 + Leaflet.js GIS + Vanilla JS + CSS3 glassmorphism tactical C2 cockpit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PDF Reports: ReportLab (MARPOL-compliant statutory dossier generation)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End-to-End Pipeline Flow: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1️⃣ SAR Image Ingestion → Lee Speckle Filter → ESPCN 2× Super-Resolution → PyTorch U-Net Segmentation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2️⃣ Slick Geometric Characterization → Area, Perimeter, Elongation, Mass, Age, GeoJSON Polygon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3️⃣ RK4 Lagrangian Backward Hindcast (−dt) → Release Origin (x₀, y₀, t₀) + Uncertainty Ellipse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4️⃣ RK4 Forward Forecast (+dt) → Coastal Impact, Sanctuary Beaching ETB + ADIOS Weathering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5️⃣ AIS Corridor Filter → CPA + Temporal + Speed + Course Scoring → Ranked Suspect Vessels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6️⃣ CFAR Radar Ship Extraction → Radar-to-AIS Cross-Ref → Dark Vessel Flagging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7️⃣ Tactical Web GIS Cockpit + One-click PDF Dossier Export with SHA-256 evidence hashes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OCEAN 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600" b="1">
                <a:solidFill>
                  <a:srgbClr val="1A3C5E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222222"/>
                </a:solidFill>
                <a:latin typeface="Arial"/>
              </a:rPr>
              <a:t>✅ Feasibility — Already Built &amp; Validated: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Fully functional working prototype with 16/16 automated tests passing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Real Sentinel-1 SAR &amp; Sentinel-2 MSI satellite data processed (not synthetic toy arrays)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Real NOAA HYCOM NetCDF ocean current grids and MarineCadastre AIS CSV ingested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Pre-trained U-Net checkpoint (51.9 MB) + ESPCN model weights provided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End-to-end pipeline runs in &lt;7.5 seconds on laptop CPU (sub-2s with GPU)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Runs air-gapped on naval vessels; no internet dependency for core analysis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⚠️ Potential Challenges &amp; Mitigation: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SAR lookalikes (algae, low-wind calms): Mitigated by dual-modal SAR + Optical cross-validation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AIS transponder disabling: Mitigated by autonomous CFAR radar dark vessel detection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Coastal current complexity: Mitigated by RK4 (O(Δt⁴) accuracy) over Euler (O(Δt))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GPU memory limits on large scenes: Mitigated by Hann-window tiled sliding inference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Legal admissibility: SHA-256 evidence hashing + Indian Evidence Act Section 65B compliance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📊 Validation Metrics: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14 Indian Ocean scenarios pre-calibrated (Kachchh, Mumbai High, Nicobar, Lakshadweep, etc.)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Live data integration: NASA ASF, Open-Meteo, AISStream, NGA World Port Index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OCEAN 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600" b="1">
                <a:solidFill>
                  <a:srgbClr val="1A3C5E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222222"/>
                </a:solidFill>
                <a:latin typeface="Arial"/>
              </a:rPr>
              <a:t>🎯 Target Audience: Indian Coast Guard (ICG), DG Shipping, NTRO, MoES, MoEFCC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🌊 Environmental Impact: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Protects India's 7,517 km coastline, 12 major ports, 1,382 islands, and marine sanctuaries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Early detection prevents catastrophic damage to coral reefs (Gulf of Mannar, Lakshadweep)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Forward drift alerts enable pre-positioning of oil spill response vessels and booms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⚖️ Enforcement Impact: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Currently 90%+ illegal bilge dumps go unpunished — OCEAN-SHIELD bridges the evidence gap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Hindcast-anchored attribution targets the TRUE culprit, not innocent bystander vessels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MARPOL 73/78 compliant forensic dossier enables statutory prosecution under Indian law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💰 Economic Impact: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Saves $30K–$100K per illegal discharge in unpaid port reception facility costs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Protects fishing industry livelihoods dependent on uncontaminated marine zones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Open-source stack (Sentinel data = free, HYCOM = free) — zero data licensing cost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🏛️ Competitive Advantage Over Existing Systems: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Surpasses EU CleanSeaNet (SAR-only), NOAA GNOME (no satellite), and typical hackathon projects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Only system offering dual SAR+Optical detection + backward drift + AIS attribution + dark vessels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OCEAN 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600" b="1">
                <a:solidFill>
                  <a:srgbClr val="1A3C5E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0" b="1">
                <a:solidFill>
                  <a:srgbClr val="222222"/>
                </a:solidFill>
                <a:latin typeface="Arial"/>
              </a:rPr>
              <a:t>📚 Scientific &amp; Engineering Foundations: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Satellite Remote Sensing &amp; Deep Learning: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Ronneberger et al. (2015) — U-Net: Convolutional Networks for Biomedical Image Segmentation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ESA Copernicus Sentinel-1 SAR C-Band GRD Product Specification (VV/VH polarization)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ESA Sentinel-2 MSI L2A Multi-Spectral Instrument Technical Guide (Bands B4, B8, B11)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Shi et al. (2016) — ESPCN: Real-Time Single Image Super-Resolution (sub-pixel CNN)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Physical Oceanography &amp; Oil Weathering: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Mackay et al. (1980) — ADIOS Oil Spill Weathering Model (Evaporation, Emulsification)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Fay (1969) — Spreading of Oil Slicks on Calm Sea (gravity-viscous regime equations)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NOAA HYCOM GOFS 3.1 — Global Ocean Forecast System (0.08° resolution, 3-hourly NetCDF)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Ekman (1905) — Wind-driven Surface Drift Theory (3.2% wind factor, Coriolis deflection)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Maritime Law &amp; Statutory Framework: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MARPOL 73/78 Annex I — Regulations for Prevention of Pollution by Oil (IMO)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Indian Merchant Shipping Act, 1958 — Part XI-A (Section 356C)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Indian Evidence Act, 1872 — Section 65B (Electronic Records Admissibility)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Data Sources: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NOAA MarineCadastre — Historic AIS Vessel Traffic Archives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NASA ASF DAAC — Sentinel-1 SAR Scene Catalogue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GitHub: github.com/prudhviraj0310/SIH26143-OCEAN-SHIELD (16 tests, ~5,700 lines)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OCEAN 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